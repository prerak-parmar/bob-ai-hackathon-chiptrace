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0F1C34"/>
          </a:solidFill>
          <a:ln>
            <a:solidFill>
              <a:srgbClr val="0F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914400"/>
            <a:ext cx="29260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1920240"/>
            <a:ext cx="219456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2926080"/>
            <a:ext cx="32004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3931920"/>
            <a:ext cx="246888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4937760"/>
            <a:ext cx="3383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43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IBM BOB AI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65836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ChipTrace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2461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2E8F0"/>
                </a:solidFill>
                <a:latin typeface="Aptos"/>
              </a:rPr>
              <a:t>ChipTrace — Wafer Lot Yield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86200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AI-powered monitoring • driver analysis • planned-lot risk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8006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8828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AI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80644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From production data → actionable yield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Semiconductor yield problems are expensive to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gap is not just data availability — it is turning data into decisions quickly.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331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04872"/>
            <a:ext cx="2487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LOW-YIELD 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807208"/>
            <a:ext cx="2487168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Yield excursions can be missed until they become costly production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24028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240280"/>
            <a:ext cx="64008" cy="2331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404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04872"/>
            <a:ext cx="2487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COMPLEX PROCESS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807208"/>
            <a:ext cx="2487168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Temperature, pressure, power, gas flow and defect data create a high-dimensional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24028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240280"/>
            <a:ext cx="64008" cy="2331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404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404872"/>
            <a:ext cx="2487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SLOW INVESTIGATION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807208"/>
            <a:ext cx="2487168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Teams may need several disconnected analyses to identify likely drivers and evaluate planned conditions.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074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CORE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44068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How can an engineer move from “something looks wrong” to “here is what to investigate next” in one workflow?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One workflow: monitor → detect → analyze → simulate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ChipTrace brings lot-level analytics into a single interactive dashboard.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Upload lot-level CSV or use the demo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3154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Track yield, defects and SPC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Rank influential process factors and inspect die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154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SIMULATE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Evaluate planned recipe conditions against historical behavior.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35640" cy="713232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760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Decision-support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30368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See the excursion  →  focus the investigation  →  inspect spatial evidence  →  test the next 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raw lot data to decision-ready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lightweight Python analytics stack powers an interactive Streamlit experience.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DATA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CSV / Demo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Lot yield, process parameters, defect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Pandas + 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Validation, transformation and feature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Statistics +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SPC, distributions, Random Forest driver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Plotly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Interactive charts and spatial wafer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Streamlit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One interface for monitoring and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Technology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Python  •  Streamlit  •  Pandas  •  NumPy  •  Plotly  •  Scikit-learn  •  SciPy  •  Statsmodels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Five capabilities, one investigation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Designed around the questions an engineer needs to answer.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Yield &amp; Defect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072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What is the current yield picture?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KPIs • distribution • excursion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33172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SPC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8072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6B6D4"/>
                </a:solidFill>
                <a:latin typeface="Aptos"/>
              </a:rPr>
              <a:t>Is process behavior changing?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Run chart • control limits • rolling mean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14884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233172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Driver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8072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Which factors deserve attention?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Random Forest feature importance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57200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4754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Wafer Die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52303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6B6D4"/>
                </a:solidFill>
                <a:latin typeface="Aptos"/>
              </a:rPr>
              <a:t>Where are defects concentrated?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580644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Spatial pass/defect inspection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57200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4754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Lot Risk 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52303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What if we run this recipe?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80644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Planned setpoints vs historical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Live dashboard: the operational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single screen surfaces lot volume, average yield, excursions, defects and spatial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61888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Start with the health of the lot population, then drill into the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Yield &amp; defect analytics: detect excursions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SPC-style monitoring turns a long lot history into a visual signal for process variation.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96188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Control limits and thresholds make unusual yield behavior easier to spot and prioritize.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Driver analysis: focus the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Feature importance ranks process variables that are most useful for predicting yield in the available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9618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Use ranked drivers to guide engineering review — not as a substitute for process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Lot risk simulator: test planned conditions before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Compare planned setpoints with historical behavior to flag potential risk before a lot is run.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596188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Shift the workflow from reactive analysis toward proactive recipe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ChipTrace changes for the engineering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prototype is built to reduce analysis friction and improve investigation focus.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FASTER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2860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Surface low-yield behavior and excursions without manually stitching together multiple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6324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FOCUSED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Rank candidate drivers so engineers can prioritize what to examine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77639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SPATIAL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148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Use wafer die maps to see whether defects cluster by 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89204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PROACTIVE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0292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Evaluate planned process conditions against historical baseline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Current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943600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Functional prototype using demo / historical lot data with an interactive web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CHIPTRACE  •  Wafer Lot Yield Intelligence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Prototype today. Production integration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clear path from hackathon proof-of-concept to an engineering-ready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786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358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Functional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03320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94A3B8"/>
                </a:solidFill>
                <a:latin typeface="Aptos"/>
              </a:rPr>
              <a:t>Interactive dashboard, lot analytics, SPC, driver ranking and risk simulation.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33172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5786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0358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Production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703320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94A3B8"/>
                </a:solidFill>
                <a:latin typeface="Aptos"/>
              </a:rPr>
              <a:t>MES / database connectivity, model validation, authentication and alerts.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233172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5786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30358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Closed-loop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3703320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94A3B8"/>
                </a:solidFill>
                <a:latin typeface="Aptos"/>
              </a:rPr>
              <a:t>Continuous monitoring, stronger model governance and deployment hardening.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25780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CHIPTRACE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04104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Turn wafer data into the next engineering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1996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61813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